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772400" y="4114800"/>
            <a:ext cx="1371600" cy="1028700"/>
          </a:xfrm>
          <a:prstGeom prst="rtTriangle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SOFTWARE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Secure Student Information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OSSIS - Login Implementation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Mohammad Bin Fahd University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Secure Student Information System (OSSIS)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management of student grades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view their grades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 post/update grades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login implementation with SQL injection prevention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Security Threats Identified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SQL via user input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Passwords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 password storage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accessing other grades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data in system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Implemented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SQL Injection Prevention: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Password Security: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Input Validation: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pattern matching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Handling: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messages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 Logging: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login attempts recorded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Access Control: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(STUDENT/INSTRUCTOR)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Prevention: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stmt = conn.prepareStatement(sql);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stmt.setString(1, username);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MessageDigest digest = MessageDigest.getInstance("SHA-256");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hash = digest.digest(password.getBytes());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username.matches("^[a-zA-Z0-9]{3,50}$")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Test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prevents SQL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Test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 in database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Test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rejects invalid 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Login Test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authentication works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37160" cy="4572000"/>
          </a:xfrm>
          <a:prstGeom prst="rect">
            <a:avLst/>
          </a:prstGeom>
          <a:solidFill>
            <a:srgbClr val="0089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 identified and analyzed 6 major security threats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entirely in Java with JDBC for secure database connections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Login code that blocks SQL injection attempts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Passwords secured with SHA-256 hashing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 security test passed successfully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System is now ready to deploy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OSSIS - Secure Student Information System</dc:title>
  <dc:subject>PptxGenJS Presentation</dc:subject>
  <dc:creator>OSSIS Team</dc:creator>
  <cp:lastModifiedBy>OSSIS Team</cp:lastModifiedBy>
  <cp:revision>1</cp:revision>
  <dcterms:created xsi:type="dcterms:W3CDTF">2026-05-08T18:27:03Z</dcterms:created>
  <dcterms:modified xsi:type="dcterms:W3CDTF">2026-05-08T18:27:03Z</dcterms:modified>
</cp:coreProperties>
</file>