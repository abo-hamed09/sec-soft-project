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1" d="100"/>
          <a:sy n="211" d="100"/>
        </p:scale>
        <p:origin x="35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4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Secure Student Information System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(OSSIS)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22860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Mohammad Bin Fahd University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2025–2026</a:t>
            </a:r>
            <a:b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Abdullah Alyahya 202301952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OSSIS manages student grades with six security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Account creation and management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Secure login with hashed passwords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access control (RBAC)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view only their own grades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Instructors post and update grades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Threats Addressed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 injection attacks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Weak password storage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XSS (Cross-Site Scripting)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Unauthorized data access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Brute force login attempts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Java with JDBC for secure database connections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architecture with defense-in-depth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 at each layer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1463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interface for user interaction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0" y="2148840"/>
            <a:ext cx="0" cy="36576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51460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2606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account management, and business logic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3291840"/>
            <a:ext cx="0" cy="36576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3657600"/>
            <a:ext cx="6400800" cy="777240"/>
          </a:xfrm>
          <a:prstGeom prst="roundRect">
            <a:avLst>
              <a:gd name="adj" fmla="val 11765"/>
            </a:avLst>
          </a:prstGeom>
          <a:solidFill>
            <a:srgbClr val="EBF3FA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4480" y="37490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69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 with parameterized queries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 prevent SQL injection by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SQL structure from user 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137160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sql = "SELECT password FROM users WHERE username = ?";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PreparedStatement stmt = conn.prepareStatement(sql);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stmt.setString(1, username);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ResultSet rs = stmt.executeQuery();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PreparedStatement treats username as data, not executable SQL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Malicious input like " OR 1=1-- is safely handled as literal text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RESULT: PASS — SQL injection attempt blocked, invalid credentials shown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hashing ensures passwords are never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plaintext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1188720"/>
          </a:xfrm>
          <a:prstGeom prst="roundRect">
            <a:avLst>
              <a:gd name="adj" fmla="val 3846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MessageDigest digest = MessageDigest.getInstance("SHA-256");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byte[] hash = digest.digest(password.getBytes());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 comparison only, never plaintext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Workflow: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Registration: Hash password → store hash in database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Login: Hash submitted password → compare hashes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Benefit: Database compromise cannot reveal plaintext passwords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RESULT: PASS — Database contains SHA-256 hashes, no plaintext found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validation blocks malformed input before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operations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68096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Username: 3-50 alphanumeric characters only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username.matches("^[a-zA-Z0-9]{3,50}$")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Rules: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Username: 3-50 characters, alphanumeric only (no special chars)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Password: Minimum length requirements enforced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Server-side enforcement prevents client-side bypass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Rejects XSS attack vectors and SQL injection attempts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RESULT: PASS — Invalid input "ab" rejected by regex validation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security test cases passed with expected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confirmed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Prevention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" OR 1=1--  |  Expected: Invalid credentials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40880" y="141732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0" y="1417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Register user  |  Expected: SHA-256 hash in database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40880" y="224028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04088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768096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"ab" (too short)  |  Expected: Rejected by regex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306324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3063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768096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840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Login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Valid credentials  |  Expected: Login successful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40880" y="3886200"/>
            <a:ext cx="1188720" cy="411480"/>
          </a:xfrm>
          <a:prstGeom prst="roundRect">
            <a:avLst>
              <a:gd name="adj" fmla="val 11111"/>
            </a:avLst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40880" y="3886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OSSIS demonstrates effective defense-in-depth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major threats identified and addressed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injection, weak passwords, XSS, unauthorized access, invalid input, brute force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security architecture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Presentation, application, and data layers with security controls at each level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security controls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Parameterized queries, SHA-256 hashing, input validation, RBAC, audit logging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passed — Production ready</a:t>
            </a:r>
            <a:endParaRPr lang="en-US" sz="19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blocks common web attacks and enforces proper access control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Mohammad Bin Fahd University — Spring 2025–2026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OSSIS - Secure Software Engineering</dc:title>
  <dc:subject>PptxGenJS Presentation</dc:subject>
  <dc:creator>PMU Students</dc:creator>
  <cp:lastModifiedBy>L3R L3R</cp:lastModifiedBy>
  <cp:revision>2</cp:revision>
  <dcterms:created xsi:type="dcterms:W3CDTF">2026-05-09T11:42:15Z</dcterms:created>
  <dcterms:modified xsi:type="dcterms:W3CDTF">2026-05-09T11:47:58Z</dcterms:modified>
</cp:coreProperties>
</file>